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333" y="-533400"/>
            <a:ext cx="2590735" cy="2590799"/>
          </a:xfrm>
          <a:prstGeom prst="ellipse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314" y="4267200"/>
            <a:ext cx="1600159" cy="1600200"/>
          </a:xfrm>
          <a:prstGeom prst="ellipse">
            <a:avLst/>
          </a:prstGeom>
          <a:solidFill>
            <a:srgbClr val="3A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0543" y="1066800"/>
            <a:ext cx="3581310" cy="76200"/>
          </a:xfrm>
          <a:prstGeom prst="roundRect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4824" y="1310640"/>
            <a:ext cx="7467413" cy="19050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4100" b="1">
                <a:solidFill>
                  <a:srgbClr val="1E2A2F"/>
                </a:solidFill>
                <a:latin typeface="Arial"/>
              </a:rPr>
              <a:t>Cross-City Urban Heat</a:t>
            </a:r>
          </a:p>
          <a:p>
            <a:pPr algn="l"/>
            <a:r>
              <a:rPr sz="4100" b="1">
                <a:solidFill>
                  <a:srgbClr val="1E2A2F"/>
                </a:solidFill>
                <a:latin typeface="Arial"/>
              </a:rPr>
              <a:t>Hotspot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3276600"/>
            <a:ext cx="7010224" cy="36576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200" b="1">
                <a:solidFill>
                  <a:srgbClr val="9A402D"/>
                </a:solidFill>
                <a:latin typeface="Arial"/>
              </a:rPr>
              <a:t>Two ways to evaluate hotspot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3749039"/>
            <a:ext cx="5333866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100" b="1">
                <a:solidFill>
                  <a:srgbClr val="254D5A"/>
                </a:solidFill>
                <a:latin typeface="Arial"/>
              </a:rPr>
              <a:t>Max Clements | Nicholas Machado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" y="6019800"/>
            <a:ext cx="10362940" cy="441960"/>
          </a:xfrm>
          <a:prstGeom prst="roundRect">
            <a:avLst/>
          </a:prstGeom>
          <a:solidFill>
            <a:srgbClr val="EBE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01" y="6126480"/>
            <a:ext cx="9981950" cy="21336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1800" b="0">
                <a:solidFill>
                  <a:srgbClr val="254D5A"/>
                </a:solidFill>
                <a:latin typeface="Arial"/>
              </a:rPr>
              <a:t>STAT 5630 Final Project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9753356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Research question + validation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31" y="777240"/>
            <a:ext cx="1155163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tup_predictors_evaluation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883920"/>
            <a:ext cx="11216359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7467413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Modeling section: logistic vs random forest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31" y="777240"/>
            <a:ext cx="1155163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stic_rf_model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883920"/>
            <a:ext cx="11216359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0058148" cy="4572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Results side by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thin_city_vs_transfe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0058148" cy="35052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City-level signal shifts across evaluation designs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y_signal_transfer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1124921" cy="4572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Held-out Denver map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ldout_denver_map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96167" y="304800"/>
            <a:ext cx="2438339" cy="2438400"/>
          </a:xfrm>
          <a:prstGeom prst="ellipse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314" y="4267200"/>
            <a:ext cx="1600159" cy="1600200"/>
          </a:xfrm>
          <a:prstGeom prst="ellipse">
            <a:avLst/>
          </a:prstGeom>
          <a:solidFill>
            <a:srgbClr val="3A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63" y="2164080"/>
            <a:ext cx="4571885" cy="716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4200" b="1">
                <a:solidFill>
                  <a:srgbClr val="1E2A2F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