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052333" y="-533400"/>
            <a:ext cx="2590735" cy="2590799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314" y="4267200"/>
            <a:ext cx="1600159" cy="16002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70543" y="1066800"/>
            <a:ext cx="3581310" cy="76200"/>
          </a:xfrm>
          <a:prstGeom prst="roundRect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4824" y="1310640"/>
            <a:ext cx="7467413" cy="190500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4100" b="1">
                <a:solidFill>
                  <a:srgbClr val="1E2A2F"/>
                </a:solidFill>
                <a:latin typeface="Arial"/>
              </a:rPr>
              <a:t>Cross-City Urban Heat</a:t>
            </a:r>
          </a:p>
          <a:p>
            <a:pPr algn="l"/>
            <a:r>
              <a:rPr sz="4100" b="1">
                <a:solidFill>
                  <a:srgbClr val="1E2A2F"/>
                </a:solidFill>
                <a:latin typeface="Arial"/>
              </a:rPr>
              <a:t>Hotspot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43" y="3276600"/>
            <a:ext cx="7010224" cy="36576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 fontScale="92500" lnSpcReduction="20000"/>
          </a:bodyPr>
          <a:lstStyle/>
          <a:p>
            <a:pPr algn="l"/>
            <a:r>
              <a:rPr sz="2200" b="1">
                <a:solidFill>
                  <a:srgbClr val="9A402D"/>
                </a:solidFill>
                <a:latin typeface="Arial"/>
              </a:rPr>
              <a:t>Two ways to evaluate hotspot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43" y="3749039"/>
            <a:ext cx="5333866" cy="33528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 fontScale="92500" lnSpcReduction="20000"/>
          </a:bodyPr>
          <a:lstStyle/>
          <a:p>
            <a:pPr algn="l"/>
            <a:r>
              <a:rPr sz="2100" b="1">
                <a:solidFill>
                  <a:srgbClr val="254D5A"/>
                </a:solidFill>
                <a:latin typeface="Arial"/>
              </a:rPr>
              <a:t>Max Clements | Nicholas Machado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6019800"/>
            <a:ext cx="10362940" cy="441960"/>
          </a:xfrm>
          <a:prstGeom prst="roundRect">
            <a:avLst/>
          </a:prstGeom>
          <a:solidFill>
            <a:srgbClr val="EBE0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01" y="6126480"/>
            <a:ext cx="9981950" cy="21336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 fontScale="47500" lnSpcReduction="20000"/>
          </a:bodyPr>
          <a:lstStyle/>
          <a:p>
            <a:pPr algn="l"/>
            <a:r>
              <a:rPr sz="1800" b="0">
                <a:solidFill>
                  <a:srgbClr val="254D5A"/>
                </a:solidFill>
                <a:latin typeface="Arial"/>
              </a:rPr>
              <a:t>STAT 5630 Final Project |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230" y="274320"/>
            <a:ext cx="9753356" cy="33528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 fontScale="77500" lnSpcReduction="20000"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Research Question + Validation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31" y="777240"/>
            <a:ext cx="11551631" cy="568452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tup_predictors_evaluation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67" y="883920"/>
            <a:ext cx="11216359" cy="5364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230" y="274320"/>
            <a:ext cx="7467413" cy="33528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 fontScale="77500" lnSpcReduction="20000"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Modeling Section: Logistic vs Random Forest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6F0732B-C08B-2A3A-8175-8F676DBB1D39}"/>
              </a:ext>
            </a:extLst>
          </p:cNvPr>
          <p:cNvGrpSpPr/>
          <p:nvPr/>
        </p:nvGrpSpPr>
        <p:grpSpPr>
          <a:xfrm>
            <a:off x="320031" y="777240"/>
            <a:ext cx="11551631" cy="5684520"/>
            <a:chOff x="320031" y="777240"/>
            <a:chExt cx="11551631" cy="5684520"/>
          </a:xfrm>
        </p:grpSpPr>
        <p:sp>
          <p:nvSpPr>
            <p:cNvPr id="3" name="Rounded Rectangle 2"/>
            <p:cNvSpPr/>
            <p:nvPr/>
          </p:nvSpPr>
          <p:spPr>
            <a:xfrm>
              <a:off x="320031" y="777240"/>
              <a:ext cx="11551631" cy="5684520"/>
            </a:xfrm>
            <a:prstGeom prst="roundRect">
              <a:avLst/>
            </a:prstGeom>
            <a:solidFill>
              <a:srgbClr val="FFFDFA"/>
            </a:solidFill>
            <a:ln w="15240">
              <a:solidFill>
                <a:srgbClr val="DBC7A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" name="Picture 3" descr="logistic_rf_model_math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7667" y="883920"/>
              <a:ext cx="11216359" cy="536448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230" y="274320"/>
            <a:ext cx="10058148" cy="45720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 lnSpcReduction="10000"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Results Side by Side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8453628-4F9E-4810-633E-DAC1E90C40B7}"/>
              </a:ext>
            </a:extLst>
          </p:cNvPr>
          <p:cNvGrpSpPr/>
          <p:nvPr/>
        </p:nvGrpSpPr>
        <p:grpSpPr>
          <a:xfrm>
            <a:off x="335271" y="777240"/>
            <a:ext cx="11521151" cy="5684520"/>
            <a:chOff x="335271" y="777240"/>
            <a:chExt cx="11521151" cy="5684520"/>
          </a:xfrm>
        </p:grpSpPr>
        <p:sp>
          <p:nvSpPr>
            <p:cNvPr id="3" name="Rounded Rectangle 2"/>
            <p:cNvSpPr/>
            <p:nvPr/>
          </p:nvSpPr>
          <p:spPr>
            <a:xfrm>
              <a:off x="335271" y="777240"/>
              <a:ext cx="11521151" cy="5684520"/>
            </a:xfrm>
            <a:prstGeom prst="roundRect">
              <a:avLst/>
            </a:prstGeom>
            <a:solidFill>
              <a:srgbClr val="FFFDFA"/>
            </a:solidFill>
            <a:ln w="15240">
              <a:solidFill>
                <a:srgbClr val="DBC7A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" name="Picture 3" descr="within_city_vs_transfer_result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386" y="883920"/>
              <a:ext cx="11124921" cy="536448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230" y="274320"/>
            <a:ext cx="10058148" cy="35052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 fontScale="77500" lnSpcReduction="20000"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City-Level Signal Shifts Across Evaluation Designs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F427037-72B8-53BB-FD6B-1B8E107DC218}"/>
              </a:ext>
            </a:extLst>
          </p:cNvPr>
          <p:cNvGrpSpPr/>
          <p:nvPr/>
        </p:nvGrpSpPr>
        <p:grpSpPr>
          <a:xfrm>
            <a:off x="335271" y="777240"/>
            <a:ext cx="11521151" cy="5684520"/>
            <a:chOff x="335271" y="777240"/>
            <a:chExt cx="11521151" cy="5684520"/>
          </a:xfrm>
        </p:grpSpPr>
        <p:sp>
          <p:nvSpPr>
            <p:cNvPr id="3" name="Rounded Rectangle 2"/>
            <p:cNvSpPr/>
            <p:nvPr/>
          </p:nvSpPr>
          <p:spPr>
            <a:xfrm>
              <a:off x="335271" y="777240"/>
              <a:ext cx="11521151" cy="5684520"/>
            </a:xfrm>
            <a:prstGeom prst="roundRect">
              <a:avLst/>
            </a:prstGeom>
            <a:solidFill>
              <a:srgbClr val="FFFDFA"/>
            </a:solidFill>
            <a:ln w="15240">
              <a:solidFill>
                <a:srgbClr val="DBC7A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" name="Picture 3" descr="city_signal_transfer_relationship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386" y="883920"/>
              <a:ext cx="11124921" cy="536448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230" y="274320"/>
            <a:ext cx="11124921" cy="45720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 lnSpcReduction="10000"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Held-Out Denver Map Example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441E9D-1956-9C7B-E499-12D5A8397672}"/>
              </a:ext>
            </a:extLst>
          </p:cNvPr>
          <p:cNvGrpSpPr/>
          <p:nvPr/>
        </p:nvGrpSpPr>
        <p:grpSpPr>
          <a:xfrm>
            <a:off x="335271" y="777240"/>
            <a:ext cx="11521151" cy="5684520"/>
            <a:chOff x="335271" y="777240"/>
            <a:chExt cx="11521151" cy="5684520"/>
          </a:xfrm>
        </p:grpSpPr>
        <p:sp>
          <p:nvSpPr>
            <p:cNvPr id="3" name="Rounded Rectangle 2"/>
            <p:cNvSpPr/>
            <p:nvPr/>
          </p:nvSpPr>
          <p:spPr>
            <a:xfrm>
              <a:off x="335271" y="777240"/>
              <a:ext cx="11521151" cy="5684520"/>
            </a:xfrm>
            <a:prstGeom prst="roundRect">
              <a:avLst/>
            </a:prstGeom>
            <a:solidFill>
              <a:srgbClr val="FFFDFA"/>
            </a:solidFill>
            <a:ln w="15240">
              <a:solidFill>
                <a:srgbClr val="DBC7A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" name="Picture 3" descr="heldout_denver_map_focu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386" y="883920"/>
              <a:ext cx="11124921" cy="536448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296167" y="304800"/>
            <a:ext cx="2438339" cy="24384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314" y="4267200"/>
            <a:ext cx="1600159" cy="16002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63" y="2164080"/>
            <a:ext cx="4571885" cy="71628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 lnSpcReduction="10000"/>
          </a:bodyPr>
          <a:lstStyle/>
          <a:p>
            <a:pPr algn="l"/>
            <a:r>
              <a:rPr sz="4200" b="1">
                <a:solidFill>
                  <a:srgbClr val="1E2A2F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</Words>
  <Application>Microsoft Office PowerPoint</Application>
  <PresentationFormat>Widescreen</PresentationFormat>
  <Paragraphs>11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 Clements</cp:lastModifiedBy>
  <cp:revision>2</cp:revision>
  <dcterms:created xsi:type="dcterms:W3CDTF">2013-01-27T09:14:16Z</dcterms:created>
  <dcterms:modified xsi:type="dcterms:W3CDTF">2026-04-19T17:08:37Z</dcterms:modified>
  <cp:category/>
</cp:coreProperties>
</file>