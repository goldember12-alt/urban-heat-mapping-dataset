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Cross-City Urban Heat Hotspot Prediction</a:t>
            </a:r>
          </a:p>
        </p:txBody>
      </p:sp>
      <p:pic>
        <p:nvPicPr>
          <p:cNvPr descr="build/slide_01_title_c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03300" y="1193800"/>
            <a:ext cx="7137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Transfer Matters</a:t>
            </a:r>
          </a:p>
        </p:txBody>
      </p:sp>
      <p:pic>
        <p:nvPicPr>
          <p:cNvPr descr="build/slide_02_problem_frami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03300" y="1193800"/>
            <a:ext cx="7137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+ Evaluation Design</a:t>
            </a:r>
          </a:p>
        </p:txBody>
      </p:sp>
      <p:pic>
        <p:nvPicPr>
          <p:cNvPr descr="build/slide_03_desig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03300" y="1193800"/>
            <a:ext cx="7137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Models + Main Result</a:t>
            </a:r>
          </a:p>
        </p:txBody>
      </p:sp>
      <p:pic>
        <p:nvPicPr>
          <p:cNvPr descr="build/slide_04_models_resul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03300" y="1193800"/>
            <a:ext cx="7137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Held-Out Denver</a:t>
            </a:r>
          </a:p>
        </p:txBody>
      </p:sp>
      <p:pic>
        <p:nvPicPr>
          <p:cNvPr descr="build/slide_05_denver_examp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03300" y="1193800"/>
            <a:ext cx="7137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Takeaway</a:t>
            </a:r>
          </a:p>
        </p:txBody>
      </p:sp>
      <p:pic>
        <p:nvPicPr>
          <p:cNvPr descr="build/slide_06_takeawa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03300" y="1193800"/>
            <a:ext cx="7137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2026-04-17T22:25:07Z</dcterms:created>
  <dcterms:modified xsi:type="dcterms:W3CDTF">2026-04-17T22:25:07Z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format">
    <vt:lpwstr/>
  </property>
  <property fmtid="{D5CDD505-2E9C-101B-9397-08002B2CF9AE}" pid="3" name="format-links">
    <vt:lpwstr>False</vt:lpwstr>
  </property>
</Properties>
</file>